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高三（2）班家长会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月考结束，整体平稳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作业情况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按时提交率 92%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下周安排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专题复习：函数与导数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谢谢各位家长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欢迎随时联系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