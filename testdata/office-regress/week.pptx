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solidFill>
                  <a:srgbClr val="FFFFFF"/>
                </a:solidFill>
              </a:rPr>
              <a:t>封面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第1页保留标记 KEEP-封面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solidFill>
                  <a:srgbClr val="FFFFFF"/>
                </a:solidFill>
              </a:rPr>
              <a:t>课表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第2页保留标记 KEEP-课表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solidFill>
                  <a:srgbClr val="FFFFFF"/>
                </a:solidFill>
              </a:rPr>
              <a:t>作业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第3页保留标记 KEEP-作业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